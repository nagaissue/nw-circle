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6B88B1-B257-D1B8-029C-914B31052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2E2CDF1-4680-CAFA-C16B-08AA7C3FD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0FE64E-EFD5-2FF4-63FA-99797DA7C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98DA1-E2C1-4AB4-8A3F-A45CA7137CE8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C00402-71CE-7753-EA65-0854C9FB2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0BBFCD-0CBF-3CB5-031A-4BC715C26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12E0-5DAF-4FA0-9BEF-B9F1E388DB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7359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48C206-D5E5-3B6C-E27A-B989DBA95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345C29-D4BB-47CE-BE5A-65F5A67CB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7194BA-BD63-4C7C-41D3-A8677ECCD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98DA1-E2C1-4AB4-8A3F-A45CA7137CE8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6C07FD-7DB6-053A-849A-BE8843525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D71C85-82AA-425E-2293-90157BA4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12E0-5DAF-4FA0-9BEF-B9F1E388DB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534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2475D0-21FB-CB27-E7C4-C1C44202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5CC8CB-8CC1-A592-D530-C7E8D3969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882CB8-CA42-C4F9-7B30-0DED60BA8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98DA1-E2C1-4AB4-8A3F-A45CA7137CE8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414AB0-5C7E-F31C-2F58-BD4D9F43A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7AB0BA-D80E-0040-3622-8292CA73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12E0-5DAF-4FA0-9BEF-B9F1E388DB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5251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1DE780-C311-96B2-C7DA-F451D336F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A8F007-7B59-C985-CF70-1184E9945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35EB5A7-C570-B281-EF74-3A5805B75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BCB1B1-43CC-CA8E-0B54-1BA90F48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98DA1-E2C1-4AB4-8A3F-A45CA7137CE8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CD44FD-1894-147C-71C0-013C9DA52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7922BF-DA64-50B4-0CEB-4C9E5351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12E0-5DAF-4FA0-9BEF-B9F1E388DB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02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395C02-FA61-1C02-213D-449AC8012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CD417D-85D2-5397-D9A6-15776CF05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3FDC9C2-73B6-A0F9-4B10-80E001E5A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E20E7A5-EA10-8873-A106-1FB92B35FA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294DEC3-01DC-BA94-6965-2A0D7D32C4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68DA302-16AC-2473-2A49-20850BC5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98DA1-E2C1-4AB4-8A3F-A45CA7137CE8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A40303-4E3A-53DA-DBA7-DDCC903A7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EE0020E-AE4B-E747-23FB-FAEDE620E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12E0-5DAF-4FA0-9BEF-B9F1E388DB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0180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F6CE18-0963-BABB-615A-0BA11BFB6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D6F8DFA-F0B9-411C-DFFD-ECCF3830B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98DA1-E2C1-4AB4-8A3F-A45CA7137CE8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D3AEF51-158F-9B44-CD6E-77361281F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996034B-9BD4-DB49-B243-FB2915133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12E0-5DAF-4FA0-9BEF-B9F1E388DB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2767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E67DB04-0965-8A9D-DB45-CC8454C68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98DA1-E2C1-4AB4-8A3F-A45CA7137CE8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64CCDCF-F918-4BC9-EE6F-CEAADB947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9D0BE-D0C8-6C8A-C41F-0431267D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12E0-5DAF-4FA0-9BEF-B9F1E388DB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531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15ED10-BC0D-2368-2C1F-2A30C5F26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14EB8A-3701-9F75-17C9-87354154C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ABD5446-7848-259D-13CE-EA695ADF1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B2B83F-639F-CB9E-4558-DC8EB2766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98DA1-E2C1-4AB4-8A3F-A45CA7137CE8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03D43B-BC7A-1390-C754-AB9E342ED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DC6607-E2CA-B1AF-C199-CA37810D8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12E0-5DAF-4FA0-9BEF-B9F1E388DB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4445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544142-8B3B-FC59-818D-188717B9B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5322F98-6DC7-CD76-8458-F50367058A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1A9E01-6C47-3FDD-5EB6-365BD58BA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2063EE1-50F5-F6BE-42A2-D4D6EFAFC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98DA1-E2C1-4AB4-8A3F-A45CA7137CE8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009E02-55FC-8D8B-46B0-5361FE423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48ABF7-7C3F-5C86-3468-F29D8AA4E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12E0-5DAF-4FA0-9BEF-B9F1E388DB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5276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2B4A24-000A-EB24-2C53-4FFE3205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F479341-8BFB-C6BA-ED98-E02C3AA86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4F84CC-30BA-CAEC-7F45-39A2664A5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98DA1-E2C1-4AB4-8A3F-A45CA7137CE8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CE2066-ECCD-BBDB-C256-7035F8D9E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9F77C9-06B5-422B-7FA7-58147ACBC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12E0-5DAF-4FA0-9BEF-B9F1E388DB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2714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395FF56-A124-020D-9A01-F7B6D7F32A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EDC5718-BFC7-844B-6FC1-48B935468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DEBC5A-857C-CA45-4A9D-45E6700CE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98DA1-E2C1-4AB4-8A3F-A45CA7137CE8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2D4207-7997-B503-E369-70DC46B1F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73C96E-8B97-0295-9E21-26331630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12E0-5DAF-4FA0-9BEF-B9F1E388DB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6616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B0220A0-1E67-1295-79D9-D66476230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A7CEDBD-7AAB-2BFA-2A42-550215F95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CA979C-AAB3-2E51-49DD-9B5F59B5D9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98DA1-E2C1-4AB4-8A3F-A45CA7137CE8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243819-018E-C6BD-0436-309C4817E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BFB383-0ACD-2528-0F4D-8B6C7E3F5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8712E0-5DAF-4FA0-9BEF-B9F1E388DB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807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2AB1572C-48F5-EDCD-51A4-3385B24BA9F7}"/>
              </a:ext>
            </a:extLst>
          </p:cNvPr>
          <p:cNvGrpSpPr/>
          <p:nvPr/>
        </p:nvGrpSpPr>
        <p:grpSpPr>
          <a:xfrm>
            <a:off x="327807" y="2809788"/>
            <a:ext cx="11536385" cy="1238423"/>
            <a:chOff x="327807" y="2809788"/>
            <a:chExt cx="11536385" cy="1238423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E27F0D9D-40A6-5A52-19F1-C52DC7D05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807" y="2809788"/>
              <a:ext cx="11536385" cy="1238423"/>
            </a:xfrm>
            <a:prstGeom prst="rect">
              <a:avLst/>
            </a:prstGeom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66F5539E-E0EF-AC27-31E7-42138A8730EF}"/>
                </a:ext>
              </a:extLst>
            </p:cNvPr>
            <p:cNvSpPr/>
            <p:nvPr/>
          </p:nvSpPr>
          <p:spPr>
            <a:xfrm>
              <a:off x="3553097" y="3605349"/>
              <a:ext cx="766354" cy="2612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76280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395BFF7-94FD-6C88-0ED8-063B91DDB0AE}"/>
              </a:ext>
            </a:extLst>
          </p:cNvPr>
          <p:cNvGrpSpPr/>
          <p:nvPr/>
        </p:nvGrpSpPr>
        <p:grpSpPr>
          <a:xfrm>
            <a:off x="3981155" y="933101"/>
            <a:ext cx="4229690" cy="4991797"/>
            <a:chOff x="3981155" y="933101"/>
            <a:chExt cx="4229690" cy="4991797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BE06750D-C0E8-54B0-19D8-B6FC0DE8BC04}"/>
                </a:ext>
              </a:extLst>
            </p:cNvPr>
            <p:cNvGrpSpPr/>
            <p:nvPr/>
          </p:nvGrpSpPr>
          <p:grpSpPr>
            <a:xfrm>
              <a:off x="3981155" y="933101"/>
              <a:ext cx="4229690" cy="4991797"/>
              <a:chOff x="3981155" y="933101"/>
              <a:chExt cx="4229690" cy="4991797"/>
            </a:xfrm>
          </p:grpSpPr>
          <p:pic>
            <p:nvPicPr>
              <p:cNvPr id="3" name="図 2">
                <a:extLst>
                  <a:ext uri="{FF2B5EF4-FFF2-40B4-BE49-F238E27FC236}">
                    <a16:creationId xmlns:a16="http://schemas.microsoft.com/office/drawing/2014/main" id="{33E61A96-9177-20CA-F8FE-1707D1302C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81155" y="933101"/>
                <a:ext cx="4229690" cy="4991797"/>
              </a:xfrm>
              <a:prstGeom prst="rect">
                <a:avLst/>
              </a:prstGeom>
            </p:spPr>
          </p:pic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600D48FA-0B94-768C-F0A0-5136F4F8EA56}"/>
                  </a:ext>
                </a:extLst>
              </p:cNvPr>
              <p:cNvSpPr/>
              <p:nvPr/>
            </p:nvSpPr>
            <p:spPr>
              <a:xfrm>
                <a:off x="6740435" y="1802676"/>
                <a:ext cx="574765" cy="21771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EFC4650-2AA4-F40A-DBB7-D6EC25F552D4}"/>
                </a:ext>
              </a:extLst>
            </p:cNvPr>
            <p:cNvSpPr/>
            <p:nvPr/>
          </p:nvSpPr>
          <p:spPr>
            <a:xfrm>
              <a:off x="4614585" y="3621144"/>
              <a:ext cx="267381" cy="19918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63626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zb012621316</dc:creator>
  <cp:lastModifiedBy>shuta nagai</cp:lastModifiedBy>
  <cp:revision>3</cp:revision>
  <dcterms:created xsi:type="dcterms:W3CDTF">2026-09-28T04:42:16Z</dcterms:created>
  <dcterms:modified xsi:type="dcterms:W3CDTF">2026-10-10T16:56:01Z</dcterms:modified>
</cp:coreProperties>
</file>